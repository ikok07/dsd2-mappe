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2"/>
    <p:restoredTop sz="94635"/>
  </p:normalViewPr>
  <p:slideViewPr>
    <p:cSldViewPr snapToGrid="0">
      <p:cViewPr varScale="1">
        <p:scale>
          <a:sx n="120" d="100"/>
          <a:sy n="12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FF4FD3-6915-48EA-9B11-F07935B0494A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F420431-39D1-42DE-8480-510E998ED706}">
      <dgm:prSet/>
      <dgm:spPr/>
      <dgm:t>
        <a:bodyPr/>
        <a:lstStyle/>
        <a:p>
          <a:r>
            <a:rPr lang="de-DE" dirty="0"/>
            <a:t>Funktion des Wasserstoffmotors</a:t>
          </a:r>
          <a:endParaRPr lang="en-US" dirty="0"/>
        </a:p>
      </dgm:t>
    </dgm:pt>
    <dgm:pt modelId="{48D6E822-1582-45D9-85D0-017C3177A14A}" type="parTrans" cxnId="{324C13D1-FD05-46E8-9746-7BAB617E20B9}">
      <dgm:prSet/>
      <dgm:spPr/>
      <dgm:t>
        <a:bodyPr/>
        <a:lstStyle/>
        <a:p>
          <a:endParaRPr lang="en-US"/>
        </a:p>
      </dgm:t>
    </dgm:pt>
    <dgm:pt modelId="{F952B423-1997-4233-BA62-F347A8088360}" type="sibTrans" cxnId="{324C13D1-FD05-46E8-9746-7BAB617E20B9}">
      <dgm:prSet/>
      <dgm:spPr/>
      <dgm:t>
        <a:bodyPr/>
        <a:lstStyle/>
        <a:p>
          <a:endParaRPr lang="en-US"/>
        </a:p>
      </dgm:t>
    </dgm:pt>
    <dgm:pt modelId="{DBAE5AB3-8534-46FE-B83E-5C4995E38096}">
      <dgm:prSet/>
      <dgm:spPr/>
      <dgm:t>
        <a:bodyPr/>
        <a:lstStyle/>
        <a:p>
          <a:r>
            <a:rPr lang="de-DE" dirty="0"/>
            <a:t>Wasserstoff im Vergleich zu anderen Antriebsarten</a:t>
          </a:r>
          <a:endParaRPr lang="en-US" dirty="0"/>
        </a:p>
      </dgm:t>
    </dgm:pt>
    <dgm:pt modelId="{356F6C40-F2E4-4D9B-AED7-4BC97945236D}" type="parTrans" cxnId="{0C7156EF-B749-484D-8049-067FFF47C853}">
      <dgm:prSet/>
      <dgm:spPr/>
      <dgm:t>
        <a:bodyPr/>
        <a:lstStyle/>
        <a:p>
          <a:endParaRPr lang="en-US"/>
        </a:p>
      </dgm:t>
    </dgm:pt>
    <dgm:pt modelId="{068DC9FA-36E6-47E9-BA2E-CC46F86ACAB8}" type="sibTrans" cxnId="{0C7156EF-B749-484D-8049-067FFF47C853}">
      <dgm:prSet/>
      <dgm:spPr/>
      <dgm:t>
        <a:bodyPr/>
        <a:lstStyle/>
        <a:p>
          <a:endParaRPr lang="en-US"/>
        </a:p>
      </dgm:t>
    </dgm:pt>
    <dgm:pt modelId="{F41743DD-B823-4A33-BCFD-5EA45D9B1A72}">
      <dgm:prSet/>
      <dgm:spPr/>
      <dgm:t>
        <a:bodyPr/>
        <a:lstStyle/>
        <a:p>
          <a:r>
            <a:rPr lang="de-DE" dirty="0"/>
            <a:t>Speicher- und Transportmöglichkeiten</a:t>
          </a:r>
          <a:r>
            <a:rPr lang="en-US" dirty="0"/>
            <a:t>?</a:t>
          </a:r>
        </a:p>
      </dgm:t>
    </dgm:pt>
    <dgm:pt modelId="{CBF4D148-862A-4ABF-B18E-132C5261BC38}" type="parTrans" cxnId="{B25DA225-0860-483C-BF9B-07E1FB8B1FFB}">
      <dgm:prSet/>
      <dgm:spPr/>
      <dgm:t>
        <a:bodyPr/>
        <a:lstStyle/>
        <a:p>
          <a:endParaRPr lang="en-US"/>
        </a:p>
      </dgm:t>
    </dgm:pt>
    <dgm:pt modelId="{D9884F3A-8D66-4D48-8D05-0877CACE43C5}" type="sibTrans" cxnId="{B25DA225-0860-483C-BF9B-07E1FB8B1FFB}">
      <dgm:prSet/>
      <dgm:spPr/>
      <dgm:t>
        <a:bodyPr/>
        <a:lstStyle/>
        <a:p>
          <a:endParaRPr lang="en-US"/>
        </a:p>
      </dgm:t>
    </dgm:pt>
    <dgm:pt modelId="{A40B43F9-CFB1-424D-960D-2305A994CA81}" type="pres">
      <dgm:prSet presAssocID="{A6FF4FD3-6915-48EA-9B11-F07935B0494A}" presName="outerComposite" presStyleCnt="0">
        <dgm:presLayoutVars>
          <dgm:chMax val="5"/>
          <dgm:dir/>
          <dgm:resizeHandles val="exact"/>
        </dgm:presLayoutVars>
      </dgm:prSet>
      <dgm:spPr/>
    </dgm:pt>
    <dgm:pt modelId="{EA9A9B64-308C-414D-8C43-9D2D5BFF184A}" type="pres">
      <dgm:prSet presAssocID="{A6FF4FD3-6915-48EA-9B11-F07935B0494A}" presName="dummyMaxCanvas" presStyleCnt="0">
        <dgm:presLayoutVars/>
      </dgm:prSet>
      <dgm:spPr/>
    </dgm:pt>
    <dgm:pt modelId="{21DBBD96-30DE-BC41-A423-8F20D63D00B1}" type="pres">
      <dgm:prSet presAssocID="{A6FF4FD3-6915-48EA-9B11-F07935B0494A}" presName="ThreeNodes_1" presStyleLbl="node1" presStyleIdx="0" presStyleCnt="3">
        <dgm:presLayoutVars>
          <dgm:bulletEnabled val="1"/>
        </dgm:presLayoutVars>
      </dgm:prSet>
      <dgm:spPr/>
    </dgm:pt>
    <dgm:pt modelId="{E3A1FE9A-49CB-3E40-A945-42250F93A653}" type="pres">
      <dgm:prSet presAssocID="{A6FF4FD3-6915-48EA-9B11-F07935B0494A}" presName="ThreeNodes_2" presStyleLbl="node1" presStyleIdx="1" presStyleCnt="3">
        <dgm:presLayoutVars>
          <dgm:bulletEnabled val="1"/>
        </dgm:presLayoutVars>
      </dgm:prSet>
      <dgm:spPr/>
    </dgm:pt>
    <dgm:pt modelId="{B30BF28B-5E0B-FE49-BA8E-747E39F952D8}" type="pres">
      <dgm:prSet presAssocID="{A6FF4FD3-6915-48EA-9B11-F07935B0494A}" presName="ThreeNodes_3" presStyleLbl="node1" presStyleIdx="2" presStyleCnt="3">
        <dgm:presLayoutVars>
          <dgm:bulletEnabled val="1"/>
        </dgm:presLayoutVars>
      </dgm:prSet>
      <dgm:spPr/>
    </dgm:pt>
    <dgm:pt modelId="{526A0297-F421-4547-BC76-C526F9BAD612}" type="pres">
      <dgm:prSet presAssocID="{A6FF4FD3-6915-48EA-9B11-F07935B0494A}" presName="ThreeConn_1-2" presStyleLbl="fgAccFollowNode1" presStyleIdx="0" presStyleCnt="2">
        <dgm:presLayoutVars>
          <dgm:bulletEnabled val="1"/>
        </dgm:presLayoutVars>
      </dgm:prSet>
      <dgm:spPr/>
    </dgm:pt>
    <dgm:pt modelId="{376FF3A2-1DDB-7643-B345-F51116B7A38C}" type="pres">
      <dgm:prSet presAssocID="{A6FF4FD3-6915-48EA-9B11-F07935B0494A}" presName="ThreeConn_2-3" presStyleLbl="fgAccFollowNode1" presStyleIdx="1" presStyleCnt="2">
        <dgm:presLayoutVars>
          <dgm:bulletEnabled val="1"/>
        </dgm:presLayoutVars>
      </dgm:prSet>
      <dgm:spPr/>
    </dgm:pt>
    <dgm:pt modelId="{4532EFED-9DB9-6440-A7E1-7E7195BD7105}" type="pres">
      <dgm:prSet presAssocID="{A6FF4FD3-6915-48EA-9B11-F07935B0494A}" presName="ThreeNodes_1_text" presStyleLbl="node1" presStyleIdx="2" presStyleCnt="3">
        <dgm:presLayoutVars>
          <dgm:bulletEnabled val="1"/>
        </dgm:presLayoutVars>
      </dgm:prSet>
      <dgm:spPr/>
    </dgm:pt>
    <dgm:pt modelId="{475A3B14-95CD-ED47-873A-61A7841729A0}" type="pres">
      <dgm:prSet presAssocID="{A6FF4FD3-6915-48EA-9B11-F07935B0494A}" presName="ThreeNodes_2_text" presStyleLbl="node1" presStyleIdx="2" presStyleCnt="3">
        <dgm:presLayoutVars>
          <dgm:bulletEnabled val="1"/>
        </dgm:presLayoutVars>
      </dgm:prSet>
      <dgm:spPr/>
    </dgm:pt>
    <dgm:pt modelId="{EFBCF5B7-7229-8A4F-A584-40D950ED81B6}" type="pres">
      <dgm:prSet presAssocID="{A6FF4FD3-6915-48EA-9B11-F07935B0494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1C7F905-BBD8-D641-A4BE-80A14E3CE396}" type="presOf" srcId="{F41743DD-B823-4A33-BCFD-5EA45D9B1A72}" destId="{EFBCF5B7-7229-8A4F-A584-40D950ED81B6}" srcOrd="1" destOrd="0" presId="urn:microsoft.com/office/officeart/2005/8/layout/vProcess5"/>
    <dgm:cxn modelId="{B25DA225-0860-483C-BF9B-07E1FB8B1FFB}" srcId="{A6FF4FD3-6915-48EA-9B11-F07935B0494A}" destId="{F41743DD-B823-4A33-BCFD-5EA45D9B1A72}" srcOrd="2" destOrd="0" parTransId="{CBF4D148-862A-4ABF-B18E-132C5261BC38}" sibTransId="{D9884F3A-8D66-4D48-8D05-0877CACE43C5}"/>
    <dgm:cxn modelId="{1FF78168-DD15-604A-B8B1-517E68E76B9B}" type="presOf" srcId="{A6FF4FD3-6915-48EA-9B11-F07935B0494A}" destId="{A40B43F9-CFB1-424D-960D-2305A994CA81}" srcOrd="0" destOrd="0" presId="urn:microsoft.com/office/officeart/2005/8/layout/vProcess5"/>
    <dgm:cxn modelId="{B17122BA-F752-8C47-8DB3-4150F8864953}" type="presOf" srcId="{2F420431-39D1-42DE-8480-510E998ED706}" destId="{4532EFED-9DB9-6440-A7E1-7E7195BD7105}" srcOrd="1" destOrd="0" presId="urn:microsoft.com/office/officeart/2005/8/layout/vProcess5"/>
    <dgm:cxn modelId="{D4558CCA-1972-6A45-BBA6-D92AB467AAA2}" type="presOf" srcId="{F952B423-1997-4233-BA62-F347A8088360}" destId="{526A0297-F421-4547-BC76-C526F9BAD612}" srcOrd="0" destOrd="0" presId="urn:microsoft.com/office/officeart/2005/8/layout/vProcess5"/>
    <dgm:cxn modelId="{AAD80FCE-0EB9-CB48-BC65-6AA7077A4FEF}" type="presOf" srcId="{DBAE5AB3-8534-46FE-B83E-5C4995E38096}" destId="{E3A1FE9A-49CB-3E40-A945-42250F93A653}" srcOrd="0" destOrd="0" presId="urn:microsoft.com/office/officeart/2005/8/layout/vProcess5"/>
    <dgm:cxn modelId="{08C5F0CF-49B3-1742-A036-7E1DCF947783}" type="presOf" srcId="{068DC9FA-36E6-47E9-BA2E-CC46F86ACAB8}" destId="{376FF3A2-1DDB-7643-B345-F51116B7A38C}" srcOrd="0" destOrd="0" presId="urn:microsoft.com/office/officeart/2005/8/layout/vProcess5"/>
    <dgm:cxn modelId="{324C13D1-FD05-46E8-9746-7BAB617E20B9}" srcId="{A6FF4FD3-6915-48EA-9B11-F07935B0494A}" destId="{2F420431-39D1-42DE-8480-510E998ED706}" srcOrd="0" destOrd="0" parTransId="{48D6E822-1582-45D9-85D0-017C3177A14A}" sibTransId="{F952B423-1997-4233-BA62-F347A8088360}"/>
    <dgm:cxn modelId="{FB27D6E1-11E3-F141-9068-8A4ADA6B4ACE}" type="presOf" srcId="{F41743DD-B823-4A33-BCFD-5EA45D9B1A72}" destId="{B30BF28B-5E0B-FE49-BA8E-747E39F952D8}" srcOrd="0" destOrd="0" presId="urn:microsoft.com/office/officeart/2005/8/layout/vProcess5"/>
    <dgm:cxn modelId="{019195EE-5737-4142-8373-747CA375E0F8}" type="presOf" srcId="{2F420431-39D1-42DE-8480-510E998ED706}" destId="{21DBBD96-30DE-BC41-A423-8F20D63D00B1}" srcOrd="0" destOrd="0" presId="urn:microsoft.com/office/officeart/2005/8/layout/vProcess5"/>
    <dgm:cxn modelId="{0C7156EF-B749-484D-8049-067FFF47C853}" srcId="{A6FF4FD3-6915-48EA-9B11-F07935B0494A}" destId="{DBAE5AB3-8534-46FE-B83E-5C4995E38096}" srcOrd="1" destOrd="0" parTransId="{356F6C40-F2E4-4D9B-AED7-4BC97945236D}" sibTransId="{068DC9FA-36E6-47E9-BA2E-CC46F86ACAB8}"/>
    <dgm:cxn modelId="{4866EDF9-EDC1-4D46-8854-8A6A27278BD0}" type="presOf" srcId="{DBAE5AB3-8534-46FE-B83E-5C4995E38096}" destId="{475A3B14-95CD-ED47-873A-61A7841729A0}" srcOrd="1" destOrd="0" presId="urn:microsoft.com/office/officeart/2005/8/layout/vProcess5"/>
    <dgm:cxn modelId="{875965DE-9C40-CD44-9815-20A50AC40DE4}" type="presParOf" srcId="{A40B43F9-CFB1-424D-960D-2305A994CA81}" destId="{EA9A9B64-308C-414D-8C43-9D2D5BFF184A}" srcOrd="0" destOrd="0" presId="urn:microsoft.com/office/officeart/2005/8/layout/vProcess5"/>
    <dgm:cxn modelId="{BE43960F-A238-8042-B1A0-A7B4750FB24C}" type="presParOf" srcId="{A40B43F9-CFB1-424D-960D-2305A994CA81}" destId="{21DBBD96-30DE-BC41-A423-8F20D63D00B1}" srcOrd="1" destOrd="0" presId="urn:microsoft.com/office/officeart/2005/8/layout/vProcess5"/>
    <dgm:cxn modelId="{0FC1AAEB-CFC6-1F4D-8135-3E2ED8F25BF5}" type="presParOf" srcId="{A40B43F9-CFB1-424D-960D-2305A994CA81}" destId="{E3A1FE9A-49CB-3E40-A945-42250F93A653}" srcOrd="2" destOrd="0" presId="urn:microsoft.com/office/officeart/2005/8/layout/vProcess5"/>
    <dgm:cxn modelId="{42DE6BA4-16D6-5E46-B622-CA1B14D11CBF}" type="presParOf" srcId="{A40B43F9-CFB1-424D-960D-2305A994CA81}" destId="{B30BF28B-5E0B-FE49-BA8E-747E39F952D8}" srcOrd="3" destOrd="0" presId="urn:microsoft.com/office/officeart/2005/8/layout/vProcess5"/>
    <dgm:cxn modelId="{DCDC4C4E-1C68-A947-A3A5-1DEB19D31CB0}" type="presParOf" srcId="{A40B43F9-CFB1-424D-960D-2305A994CA81}" destId="{526A0297-F421-4547-BC76-C526F9BAD612}" srcOrd="4" destOrd="0" presId="urn:microsoft.com/office/officeart/2005/8/layout/vProcess5"/>
    <dgm:cxn modelId="{1BA6B158-324D-994D-8BF6-5C459EFD2E00}" type="presParOf" srcId="{A40B43F9-CFB1-424D-960D-2305A994CA81}" destId="{376FF3A2-1DDB-7643-B345-F51116B7A38C}" srcOrd="5" destOrd="0" presId="urn:microsoft.com/office/officeart/2005/8/layout/vProcess5"/>
    <dgm:cxn modelId="{FCB87300-50BB-014D-81B7-CD99261C5384}" type="presParOf" srcId="{A40B43F9-CFB1-424D-960D-2305A994CA81}" destId="{4532EFED-9DB9-6440-A7E1-7E7195BD7105}" srcOrd="6" destOrd="0" presId="urn:microsoft.com/office/officeart/2005/8/layout/vProcess5"/>
    <dgm:cxn modelId="{8C83196E-FC29-F641-9CD1-2DF01DD820DD}" type="presParOf" srcId="{A40B43F9-CFB1-424D-960D-2305A994CA81}" destId="{475A3B14-95CD-ED47-873A-61A7841729A0}" srcOrd="7" destOrd="0" presId="urn:microsoft.com/office/officeart/2005/8/layout/vProcess5"/>
    <dgm:cxn modelId="{C8572C83-B944-984B-8542-7CECE28D472F}" type="presParOf" srcId="{A40B43F9-CFB1-424D-960D-2305A994CA81}" destId="{EFBCF5B7-7229-8A4F-A584-40D950ED81B6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375F67-110E-47FB-861D-0358893BF5E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316F31C-AE37-42FF-95D0-FE453B73355A}">
      <dgm:prSet/>
      <dgm:spPr/>
      <dgm:t>
        <a:bodyPr/>
        <a:lstStyle/>
        <a:p>
          <a:r>
            <a:rPr lang="en-US"/>
            <a:t>Umweltbelastung</a:t>
          </a:r>
        </a:p>
      </dgm:t>
    </dgm:pt>
    <dgm:pt modelId="{A47EED41-FEA4-4971-A3CD-ACF640962309}" type="parTrans" cxnId="{1C120CA7-70DC-4A11-AC3C-C1B6E7B7283E}">
      <dgm:prSet/>
      <dgm:spPr/>
      <dgm:t>
        <a:bodyPr/>
        <a:lstStyle/>
        <a:p>
          <a:endParaRPr lang="en-US"/>
        </a:p>
      </dgm:t>
    </dgm:pt>
    <dgm:pt modelId="{F2D7662F-D833-478D-B30B-066822833DB4}" type="sibTrans" cxnId="{1C120CA7-70DC-4A11-AC3C-C1B6E7B7283E}">
      <dgm:prSet/>
      <dgm:spPr/>
      <dgm:t>
        <a:bodyPr/>
        <a:lstStyle/>
        <a:p>
          <a:endParaRPr lang="en-US"/>
        </a:p>
      </dgm:t>
    </dgm:pt>
    <dgm:pt modelId="{FEA86C77-357C-44B0-B660-F5DE8454A86A}">
      <dgm:prSet/>
      <dgm:spPr/>
      <dgm:t>
        <a:bodyPr/>
        <a:lstStyle/>
        <a:p>
          <a:r>
            <a:rPr lang="en-US"/>
            <a:t>Wirkungsgrad</a:t>
          </a:r>
        </a:p>
      </dgm:t>
    </dgm:pt>
    <dgm:pt modelId="{D68B8190-58ED-4B39-B609-0704A21240CA}" type="parTrans" cxnId="{1EA39544-C99D-4593-A36A-C4F78D519B87}">
      <dgm:prSet/>
      <dgm:spPr/>
      <dgm:t>
        <a:bodyPr/>
        <a:lstStyle/>
        <a:p>
          <a:endParaRPr lang="en-US"/>
        </a:p>
      </dgm:t>
    </dgm:pt>
    <dgm:pt modelId="{7BDD0CBC-C172-488F-BC58-DF5DD975C0E0}" type="sibTrans" cxnId="{1EA39544-C99D-4593-A36A-C4F78D519B87}">
      <dgm:prSet/>
      <dgm:spPr/>
      <dgm:t>
        <a:bodyPr/>
        <a:lstStyle/>
        <a:p>
          <a:endParaRPr lang="en-US"/>
        </a:p>
      </dgm:t>
    </dgm:pt>
    <dgm:pt modelId="{A74F9E14-C92D-4B03-80C5-67BA9EE5810D}">
      <dgm:prSet/>
      <dgm:spPr/>
      <dgm:t>
        <a:bodyPr/>
        <a:lstStyle/>
        <a:p>
          <a:r>
            <a:rPr lang="en-US"/>
            <a:t>Reichweite</a:t>
          </a:r>
        </a:p>
      </dgm:t>
    </dgm:pt>
    <dgm:pt modelId="{157AA276-8EE6-4665-9196-391B8477B2CF}" type="parTrans" cxnId="{AFFBD0B2-4827-47E7-9C6C-F964F555AEE0}">
      <dgm:prSet/>
      <dgm:spPr/>
      <dgm:t>
        <a:bodyPr/>
        <a:lstStyle/>
        <a:p>
          <a:endParaRPr lang="en-US"/>
        </a:p>
      </dgm:t>
    </dgm:pt>
    <dgm:pt modelId="{58376846-F5F5-41F0-B258-7ADDE6D2DD7E}" type="sibTrans" cxnId="{AFFBD0B2-4827-47E7-9C6C-F964F555AEE0}">
      <dgm:prSet/>
      <dgm:spPr/>
      <dgm:t>
        <a:bodyPr/>
        <a:lstStyle/>
        <a:p>
          <a:endParaRPr lang="en-US"/>
        </a:p>
      </dgm:t>
    </dgm:pt>
    <dgm:pt modelId="{D02AA14B-68E2-A547-877C-C795EB173DFF}" type="pres">
      <dgm:prSet presAssocID="{47375F67-110E-47FB-861D-0358893BF5EB}" presName="linear" presStyleCnt="0">
        <dgm:presLayoutVars>
          <dgm:dir/>
          <dgm:animLvl val="lvl"/>
          <dgm:resizeHandles val="exact"/>
        </dgm:presLayoutVars>
      </dgm:prSet>
      <dgm:spPr/>
    </dgm:pt>
    <dgm:pt modelId="{96846049-5D18-7D47-B57E-96A0A0FD5B5F}" type="pres">
      <dgm:prSet presAssocID="{E316F31C-AE37-42FF-95D0-FE453B73355A}" presName="parentLin" presStyleCnt="0"/>
      <dgm:spPr/>
    </dgm:pt>
    <dgm:pt modelId="{E62DD59C-C2D9-E144-8422-7E478F7EC907}" type="pres">
      <dgm:prSet presAssocID="{E316F31C-AE37-42FF-95D0-FE453B73355A}" presName="parentLeftMargin" presStyleLbl="node1" presStyleIdx="0" presStyleCnt="3"/>
      <dgm:spPr/>
    </dgm:pt>
    <dgm:pt modelId="{665CA98F-0986-DC48-96F5-1C5F73193AE0}" type="pres">
      <dgm:prSet presAssocID="{E316F31C-AE37-42FF-95D0-FE453B7335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5BCA8B0-587A-384B-AEFA-8160EDDC417D}" type="pres">
      <dgm:prSet presAssocID="{E316F31C-AE37-42FF-95D0-FE453B73355A}" presName="negativeSpace" presStyleCnt="0"/>
      <dgm:spPr/>
    </dgm:pt>
    <dgm:pt modelId="{E5B8DE71-AC16-364D-8C51-B0E0F7198C3F}" type="pres">
      <dgm:prSet presAssocID="{E316F31C-AE37-42FF-95D0-FE453B73355A}" presName="childText" presStyleLbl="conFgAcc1" presStyleIdx="0" presStyleCnt="3">
        <dgm:presLayoutVars>
          <dgm:bulletEnabled val="1"/>
        </dgm:presLayoutVars>
      </dgm:prSet>
      <dgm:spPr/>
    </dgm:pt>
    <dgm:pt modelId="{CFEBC562-D2D5-EC45-AB27-3B58CE717334}" type="pres">
      <dgm:prSet presAssocID="{F2D7662F-D833-478D-B30B-066822833DB4}" presName="spaceBetweenRectangles" presStyleCnt="0"/>
      <dgm:spPr/>
    </dgm:pt>
    <dgm:pt modelId="{B8623817-FC78-5F49-9808-FEAFB5974A8E}" type="pres">
      <dgm:prSet presAssocID="{FEA86C77-357C-44B0-B660-F5DE8454A86A}" presName="parentLin" presStyleCnt="0"/>
      <dgm:spPr/>
    </dgm:pt>
    <dgm:pt modelId="{124E2DF2-95FF-C941-BEE8-F2D341B21B3E}" type="pres">
      <dgm:prSet presAssocID="{FEA86C77-357C-44B0-B660-F5DE8454A86A}" presName="parentLeftMargin" presStyleLbl="node1" presStyleIdx="0" presStyleCnt="3"/>
      <dgm:spPr/>
    </dgm:pt>
    <dgm:pt modelId="{8C812622-48B4-A84D-A90A-0DEA7247337D}" type="pres">
      <dgm:prSet presAssocID="{FEA86C77-357C-44B0-B660-F5DE8454A86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D6C2F10-5614-434F-AB7D-FB7BD0F020CB}" type="pres">
      <dgm:prSet presAssocID="{FEA86C77-357C-44B0-B660-F5DE8454A86A}" presName="negativeSpace" presStyleCnt="0"/>
      <dgm:spPr/>
    </dgm:pt>
    <dgm:pt modelId="{FCC3E349-A59F-C84E-8B54-6F06168599EA}" type="pres">
      <dgm:prSet presAssocID="{FEA86C77-357C-44B0-B660-F5DE8454A86A}" presName="childText" presStyleLbl="conFgAcc1" presStyleIdx="1" presStyleCnt="3">
        <dgm:presLayoutVars>
          <dgm:bulletEnabled val="1"/>
        </dgm:presLayoutVars>
      </dgm:prSet>
      <dgm:spPr/>
    </dgm:pt>
    <dgm:pt modelId="{7C3BAB52-4EBD-C047-89AA-376441FEBC93}" type="pres">
      <dgm:prSet presAssocID="{7BDD0CBC-C172-488F-BC58-DF5DD975C0E0}" presName="spaceBetweenRectangles" presStyleCnt="0"/>
      <dgm:spPr/>
    </dgm:pt>
    <dgm:pt modelId="{59BA215E-970D-5B43-B206-D11A7B081BA6}" type="pres">
      <dgm:prSet presAssocID="{A74F9E14-C92D-4B03-80C5-67BA9EE5810D}" presName="parentLin" presStyleCnt="0"/>
      <dgm:spPr/>
    </dgm:pt>
    <dgm:pt modelId="{5F88FD37-4720-524C-A0B6-CA0D8852D383}" type="pres">
      <dgm:prSet presAssocID="{A74F9E14-C92D-4B03-80C5-67BA9EE5810D}" presName="parentLeftMargin" presStyleLbl="node1" presStyleIdx="1" presStyleCnt="3"/>
      <dgm:spPr/>
    </dgm:pt>
    <dgm:pt modelId="{FD159161-79AD-8D40-878B-A2624B9F3D2F}" type="pres">
      <dgm:prSet presAssocID="{A74F9E14-C92D-4B03-80C5-67BA9EE5810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58D927C-09D8-D14B-B6C0-B4035382E142}" type="pres">
      <dgm:prSet presAssocID="{A74F9E14-C92D-4B03-80C5-67BA9EE5810D}" presName="negativeSpace" presStyleCnt="0"/>
      <dgm:spPr/>
    </dgm:pt>
    <dgm:pt modelId="{7FA3F1BC-AA46-634B-A702-47526CA820BC}" type="pres">
      <dgm:prSet presAssocID="{A74F9E14-C92D-4B03-80C5-67BA9EE5810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1BB9D21-ECC9-D641-B2CB-67A78854D187}" type="presOf" srcId="{E316F31C-AE37-42FF-95D0-FE453B73355A}" destId="{E62DD59C-C2D9-E144-8422-7E478F7EC907}" srcOrd="0" destOrd="0" presId="urn:microsoft.com/office/officeart/2005/8/layout/list1"/>
    <dgm:cxn modelId="{1EA39544-C99D-4593-A36A-C4F78D519B87}" srcId="{47375F67-110E-47FB-861D-0358893BF5EB}" destId="{FEA86C77-357C-44B0-B660-F5DE8454A86A}" srcOrd="1" destOrd="0" parTransId="{D68B8190-58ED-4B39-B609-0704A21240CA}" sibTransId="{7BDD0CBC-C172-488F-BC58-DF5DD975C0E0}"/>
    <dgm:cxn modelId="{64FF3D6E-477A-4441-A6ED-A2919D05BEE9}" type="presOf" srcId="{A74F9E14-C92D-4B03-80C5-67BA9EE5810D}" destId="{5F88FD37-4720-524C-A0B6-CA0D8852D383}" srcOrd="0" destOrd="0" presId="urn:microsoft.com/office/officeart/2005/8/layout/list1"/>
    <dgm:cxn modelId="{BEA5439F-D230-004D-948B-8A1B4F855E37}" type="presOf" srcId="{FEA86C77-357C-44B0-B660-F5DE8454A86A}" destId="{124E2DF2-95FF-C941-BEE8-F2D341B21B3E}" srcOrd="0" destOrd="0" presId="urn:microsoft.com/office/officeart/2005/8/layout/list1"/>
    <dgm:cxn modelId="{1C120CA7-70DC-4A11-AC3C-C1B6E7B7283E}" srcId="{47375F67-110E-47FB-861D-0358893BF5EB}" destId="{E316F31C-AE37-42FF-95D0-FE453B73355A}" srcOrd="0" destOrd="0" parTransId="{A47EED41-FEA4-4971-A3CD-ACF640962309}" sibTransId="{F2D7662F-D833-478D-B30B-066822833DB4}"/>
    <dgm:cxn modelId="{6E1117A9-03DE-934D-837C-8DE73D3148D9}" type="presOf" srcId="{A74F9E14-C92D-4B03-80C5-67BA9EE5810D}" destId="{FD159161-79AD-8D40-878B-A2624B9F3D2F}" srcOrd="1" destOrd="0" presId="urn:microsoft.com/office/officeart/2005/8/layout/list1"/>
    <dgm:cxn modelId="{AFFBD0B2-4827-47E7-9C6C-F964F555AEE0}" srcId="{47375F67-110E-47FB-861D-0358893BF5EB}" destId="{A74F9E14-C92D-4B03-80C5-67BA9EE5810D}" srcOrd="2" destOrd="0" parTransId="{157AA276-8EE6-4665-9196-391B8477B2CF}" sibTransId="{58376846-F5F5-41F0-B258-7ADDE6D2DD7E}"/>
    <dgm:cxn modelId="{62B609BD-5B96-8441-96EB-A3D7E9A87826}" type="presOf" srcId="{47375F67-110E-47FB-861D-0358893BF5EB}" destId="{D02AA14B-68E2-A547-877C-C795EB173DFF}" srcOrd="0" destOrd="0" presId="urn:microsoft.com/office/officeart/2005/8/layout/list1"/>
    <dgm:cxn modelId="{8D51ABD8-D7EC-114A-8251-5F3B7F7A6A91}" type="presOf" srcId="{E316F31C-AE37-42FF-95D0-FE453B73355A}" destId="{665CA98F-0986-DC48-96F5-1C5F73193AE0}" srcOrd="1" destOrd="0" presId="urn:microsoft.com/office/officeart/2005/8/layout/list1"/>
    <dgm:cxn modelId="{925ED7E6-418B-024F-9FDE-11418AE82C1A}" type="presOf" srcId="{FEA86C77-357C-44B0-B660-F5DE8454A86A}" destId="{8C812622-48B4-A84D-A90A-0DEA7247337D}" srcOrd="1" destOrd="0" presId="urn:microsoft.com/office/officeart/2005/8/layout/list1"/>
    <dgm:cxn modelId="{13561245-5236-444A-9EE6-6312F2B5184F}" type="presParOf" srcId="{D02AA14B-68E2-A547-877C-C795EB173DFF}" destId="{96846049-5D18-7D47-B57E-96A0A0FD5B5F}" srcOrd="0" destOrd="0" presId="urn:microsoft.com/office/officeart/2005/8/layout/list1"/>
    <dgm:cxn modelId="{E60A4C12-3219-1D42-871F-29A76B79A798}" type="presParOf" srcId="{96846049-5D18-7D47-B57E-96A0A0FD5B5F}" destId="{E62DD59C-C2D9-E144-8422-7E478F7EC907}" srcOrd="0" destOrd="0" presId="urn:microsoft.com/office/officeart/2005/8/layout/list1"/>
    <dgm:cxn modelId="{D5EBF395-1568-984E-A5CC-8F161BEB7D9A}" type="presParOf" srcId="{96846049-5D18-7D47-B57E-96A0A0FD5B5F}" destId="{665CA98F-0986-DC48-96F5-1C5F73193AE0}" srcOrd="1" destOrd="0" presId="urn:microsoft.com/office/officeart/2005/8/layout/list1"/>
    <dgm:cxn modelId="{C5377EF3-DD88-334C-8943-A8E6A6E95F1E}" type="presParOf" srcId="{D02AA14B-68E2-A547-877C-C795EB173DFF}" destId="{75BCA8B0-587A-384B-AEFA-8160EDDC417D}" srcOrd="1" destOrd="0" presId="urn:microsoft.com/office/officeart/2005/8/layout/list1"/>
    <dgm:cxn modelId="{08D54E68-815E-3348-80F5-8F623F08762F}" type="presParOf" srcId="{D02AA14B-68E2-A547-877C-C795EB173DFF}" destId="{E5B8DE71-AC16-364D-8C51-B0E0F7198C3F}" srcOrd="2" destOrd="0" presId="urn:microsoft.com/office/officeart/2005/8/layout/list1"/>
    <dgm:cxn modelId="{4BE82A4D-9869-0145-82BB-C44A1F75B6BD}" type="presParOf" srcId="{D02AA14B-68E2-A547-877C-C795EB173DFF}" destId="{CFEBC562-D2D5-EC45-AB27-3B58CE717334}" srcOrd="3" destOrd="0" presId="urn:microsoft.com/office/officeart/2005/8/layout/list1"/>
    <dgm:cxn modelId="{AB842A4B-35C3-C84C-BF62-1C1403D325D9}" type="presParOf" srcId="{D02AA14B-68E2-A547-877C-C795EB173DFF}" destId="{B8623817-FC78-5F49-9808-FEAFB5974A8E}" srcOrd="4" destOrd="0" presId="urn:microsoft.com/office/officeart/2005/8/layout/list1"/>
    <dgm:cxn modelId="{9CC73EC9-D117-5D41-920C-71ADF221AA88}" type="presParOf" srcId="{B8623817-FC78-5F49-9808-FEAFB5974A8E}" destId="{124E2DF2-95FF-C941-BEE8-F2D341B21B3E}" srcOrd="0" destOrd="0" presId="urn:microsoft.com/office/officeart/2005/8/layout/list1"/>
    <dgm:cxn modelId="{E3D4B1C1-F449-F24E-9BE3-2129E135D778}" type="presParOf" srcId="{B8623817-FC78-5F49-9808-FEAFB5974A8E}" destId="{8C812622-48B4-A84D-A90A-0DEA7247337D}" srcOrd="1" destOrd="0" presId="urn:microsoft.com/office/officeart/2005/8/layout/list1"/>
    <dgm:cxn modelId="{81AD6AD0-D66C-734E-B359-3EC313939F9E}" type="presParOf" srcId="{D02AA14B-68E2-A547-877C-C795EB173DFF}" destId="{5D6C2F10-5614-434F-AB7D-FB7BD0F020CB}" srcOrd="5" destOrd="0" presId="urn:microsoft.com/office/officeart/2005/8/layout/list1"/>
    <dgm:cxn modelId="{AD240D48-7458-B642-A62A-CC85406B6DF9}" type="presParOf" srcId="{D02AA14B-68E2-A547-877C-C795EB173DFF}" destId="{FCC3E349-A59F-C84E-8B54-6F06168599EA}" srcOrd="6" destOrd="0" presId="urn:microsoft.com/office/officeart/2005/8/layout/list1"/>
    <dgm:cxn modelId="{D20B213A-F034-934A-BC1C-E784625DA474}" type="presParOf" srcId="{D02AA14B-68E2-A547-877C-C795EB173DFF}" destId="{7C3BAB52-4EBD-C047-89AA-376441FEBC93}" srcOrd="7" destOrd="0" presId="urn:microsoft.com/office/officeart/2005/8/layout/list1"/>
    <dgm:cxn modelId="{EF6B6384-F523-DC44-B72B-43763F9D648B}" type="presParOf" srcId="{D02AA14B-68E2-A547-877C-C795EB173DFF}" destId="{59BA215E-970D-5B43-B206-D11A7B081BA6}" srcOrd="8" destOrd="0" presId="urn:microsoft.com/office/officeart/2005/8/layout/list1"/>
    <dgm:cxn modelId="{DF1AB7B4-27D9-6847-AB5E-F35FAB9F3032}" type="presParOf" srcId="{59BA215E-970D-5B43-B206-D11A7B081BA6}" destId="{5F88FD37-4720-524C-A0B6-CA0D8852D383}" srcOrd="0" destOrd="0" presId="urn:microsoft.com/office/officeart/2005/8/layout/list1"/>
    <dgm:cxn modelId="{012C2D5D-430F-CE4E-B088-75B375BB969D}" type="presParOf" srcId="{59BA215E-970D-5B43-B206-D11A7B081BA6}" destId="{FD159161-79AD-8D40-878B-A2624B9F3D2F}" srcOrd="1" destOrd="0" presId="urn:microsoft.com/office/officeart/2005/8/layout/list1"/>
    <dgm:cxn modelId="{5F1969BB-9FE4-AA40-B9D3-1D8A11A6C32B}" type="presParOf" srcId="{D02AA14B-68E2-A547-877C-C795EB173DFF}" destId="{758D927C-09D8-D14B-B6C0-B4035382E142}" srcOrd="9" destOrd="0" presId="urn:microsoft.com/office/officeart/2005/8/layout/list1"/>
    <dgm:cxn modelId="{3CCCE380-D718-F144-8D6E-ED3FE2A2400E}" type="presParOf" srcId="{D02AA14B-68E2-A547-877C-C795EB173DFF}" destId="{7FA3F1BC-AA46-634B-A702-47526CA820BC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BBD96-30DE-BC41-A423-8F20D63D00B1}">
      <dsp:nvSpPr>
        <dsp:cNvPr id="0" name=""/>
        <dsp:cNvSpPr/>
      </dsp:nvSpPr>
      <dsp:spPr>
        <a:xfrm>
          <a:off x="0" y="0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300" kern="1200" dirty="0"/>
            <a:t>Funktion des Wasserstoffmotors</a:t>
          </a:r>
          <a:endParaRPr lang="en-US" sz="3300" kern="1200" dirty="0"/>
        </a:p>
      </dsp:txBody>
      <dsp:txXfrm>
        <a:off x="35968" y="35968"/>
        <a:ext cx="6850257" cy="1156108"/>
      </dsp:txXfrm>
    </dsp:sp>
    <dsp:sp modelId="{E3A1FE9A-49CB-3E40-A945-42250F93A653}">
      <dsp:nvSpPr>
        <dsp:cNvPr id="0" name=""/>
        <dsp:cNvSpPr/>
      </dsp:nvSpPr>
      <dsp:spPr>
        <a:xfrm>
          <a:off x="721359" y="1432718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300" kern="1200" dirty="0"/>
            <a:t>Wasserstoff im Vergleich zu anderen Antriebsarten</a:t>
          </a:r>
          <a:endParaRPr lang="en-US" sz="3300" kern="1200" dirty="0"/>
        </a:p>
      </dsp:txBody>
      <dsp:txXfrm>
        <a:off x="757327" y="1468686"/>
        <a:ext cx="6583888" cy="1156108"/>
      </dsp:txXfrm>
    </dsp:sp>
    <dsp:sp modelId="{B30BF28B-5E0B-FE49-BA8E-747E39F952D8}">
      <dsp:nvSpPr>
        <dsp:cNvPr id="0" name=""/>
        <dsp:cNvSpPr/>
      </dsp:nvSpPr>
      <dsp:spPr>
        <a:xfrm>
          <a:off x="1442719" y="2865437"/>
          <a:ext cx="8175413" cy="1228044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300" kern="1200" dirty="0"/>
            <a:t>Speicher- und Transportmöglichkeiten</a:t>
          </a:r>
          <a:r>
            <a:rPr lang="en-US" sz="3300" kern="1200" dirty="0"/>
            <a:t>?</a:t>
          </a:r>
        </a:p>
      </dsp:txBody>
      <dsp:txXfrm>
        <a:off x="1478687" y="2901405"/>
        <a:ext cx="6583888" cy="1156108"/>
      </dsp:txXfrm>
    </dsp:sp>
    <dsp:sp modelId="{526A0297-F421-4547-BC76-C526F9BAD612}">
      <dsp:nvSpPr>
        <dsp:cNvPr id="0" name=""/>
        <dsp:cNvSpPr/>
      </dsp:nvSpPr>
      <dsp:spPr>
        <a:xfrm>
          <a:off x="7377184" y="931267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556785" y="931267"/>
        <a:ext cx="439026" cy="600667"/>
      </dsp:txXfrm>
    </dsp:sp>
    <dsp:sp modelId="{376FF3A2-1DDB-7643-B345-F51116B7A38C}">
      <dsp:nvSpPr>
        <dsp:cNvPr id="0" name=""/>
        <dsp:cNvSpPr/>
      </dsp:nvSpPr>
      <dsp:spPr>
        <a:xfrm>
          <a:off x="8098544" y="2355798"/>
          <a:ext cx="798228" cy="79822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6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6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78145" y="2355798"/>
        <a:ext cx="439026" cy="6006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B8DE71-AC16-364D-8C51-B0E0F7198C3F}">
      <dsp:nvSpPr>
        <dsp:cNvPr id="0" name=""/>
        <dsp:cNvSpPr/>
      </dsp:nvSpPr>
      <dsp:spPr>
        <a:xfrm>
          <a:off x="0" y="473566"/>
          <a:ext cx="8596668" cy="730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5CA98F-0986-DC48-96F5-1C5F73193AE0}">
      <dsp:nvSpPr>
        <dsp:cNvPr id="0" name=""/>
        <dsp:cNvSpPr/>
      </dsp:nvSpPr>
      <dsp:spPr>
        <a:xfrm>
          <a:off x="429833" y="45526"/>
          <a:ext cx="6017667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54" tIns="0" rIns="22745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Umweltbelastung</a:t>
          </a:r>
        </a:p>
      </dsp:txBody>
      <dsp:txXfrm>
        <a:off x="471623" y="87316"/>
        <a:ext cx="5934087" cy="772500"/>
      </dsp:txXfrm>
    </dsp:sp>
    <dsp:sp modelId="{FCC3E349-A59F-C84E-8B54-6F06168599EA}">
      <dsp:nvSpPr>
        <dsp:cNvPr id="0" name=""/>
        <dsp:cNvSpPr/>
      </dsp:nvSpPr>
      <dsp:spPr>
        <a:xfrm>
          <a:off x="0" y="1789006"/>
          <a:ext cx="8596668" cy="730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812622-48B4-A84D-A90A-0DEA7247337D}">
      <dsp:nvSpPr>
        <dsp:cNvPr id="0" name=""/>
        <dsp:cNvSpPr/>
      </dsp:nvSpPr>
      <dsp:spPr>
        <a:xfrm>
          <a:off x="429833" y="1360966"/>
          <a:ext cx="6017667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54" tIns="0" rIns="22745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Wirkungsgrad</a:t>
          </a:r>
        </a:p>
      </dsp:txBody>
      <dsp:txXfrm>
        <a:off x="471623" y="1402756"/>
        <a:ext cx="5934087" cy="772500"/>
      </dsp:txXfrm>
    </dsp:sp>
    <dsp:sp modelId="{7FA3F1BC-AA46-634B-A702-47526CA820BC}">
      <dsp:nvSpPr>
        <dsp:cNvPr id="0" name=""/>
        <dsp:cNvSpPr/>
      </dsp:nvSpPr>
      <dsp:spPr>
        <a:xfrm>
          <a:off x="0" y="3104446"/>
          <a:ext cx="8596668" cy="730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59161-79AD-8D40-878B-A2624B9F3D2F}">
      <dsp:nvSpPr>
        <dsp:cNvPr id="0" name=""/>
        <dsp:cNvSpPr/>
      </dsp:nvSpPr>
      <dsp:spPr>
        <a:xfrm>
          <a:off x="429833" y="2676406"/>
          <a:ext cx="6017667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54" tIns="0" rIns="22745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Reichweite</a:t>
          </a:r>
        </a:p>
      </dsp:txBody>
      <dsp:txXfrm>
        <a:off x="471623" y="2718196"/>
        <a:ext cx="5934087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-engine.de/grundlagen-wie-funktioniert-ein-wasserstoff-fahrzeug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art.at/wasserstoff-weltweit-fast-nur-aus-fossilen-quelle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2752-B80A-F885-D014-308B7B2A7A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3600" b="1" dirty="0"/>
              <a:t>Die Wasserstoffantriebe sind die Zukunft der deutschen Automobilindustrie</a:t>
            </a: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712F5BF-BA97-7A5E-57FF-FE3D64B2E8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06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D733C9-AEEE-A649-281D-96A2B0CF6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de-DE" b="1" noProof="0" dirty="0"/>
              <a:t>Gliederung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8BCD0-B137-99BC-89CF-BC350124E1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898757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5422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35" name="Isosceles Triangle 1034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0C0B03-62AC-7F18-3FA9-21EDB1F8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anchor="ctr">
            <a:normAutofit/>
          </a:bodyPr>
          <a:lstStyle/>
          <a:p>
            <a:r>
              <a:rPr lang="de-DE" b="1" dirty="0">
                <a:solidFill>
                  <a:schemeClr val="bg1"/>
                </a:solidFill>
              </a:rPr>
              <a:t>Funktion des Wasserstoffmotors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EA60B-341E-7C4D-6ED9-F891C62AB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415" y="2293145"/>
            <a:ext cx="5531433" cy="3440110"/>
          </a:xfrm>
        </p:spPr>
        <p:txBody>
          <a:bodyPr>
            <a:norm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Grundprinzip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Aufbau der </a:t>
            </a:r>
            <a:r>
              <a:rPr lang="en-US" sz="2800" dirty="0" err="1">
                <a:solidFill>
                  <a:schemeClr val="bg1"/>
                </a:solidFill>
              </a:rPr>
              <a:t>Brennstoffzelle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 err="1">
                <a:solidFill>
                  <a:schemeClr val="bg1"/>
                </a:solidFill>
              </a:rPr>
              <a:t>Energieübertragung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1026" name="Picture 2" descr="Grundlagen: Wie funktioniert ein Wasserstoff-Fahrzeug">
            <a:extLst>
              <a:ext uri="{FF2B5EF4-FFF2-40B4-BE49-F238E27FC236}">
                <a16:creationId xmlns:a16="http://schemas.microsoft.com/office/drawing/2014/main" id="{FC368D1D-379E-29D1-F7F7-54BF49D26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7616" y="972608"/>
            <a:ext cx="4900269" cy="490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7" name="Isosceles Triangle 1036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A10D8-D5AE-05A3-0416-0C794F198C02}"/>
              </a:ext>
            </a:extLst>
          </p:cNvPr>
          <p:cNvSpPr txBox="1"/>
          <p:nvPr/>
        </p:nvSpPr>
        <p:spPr>
          <a:xfrm>
            <a:off x="5594954" y="6007325"/>
            <a:ext cx="6103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u="sng" dirty="0">
                <a:hlinkClick r:id="rId3"/>
              </a:rPr>
              <a:t>https://e-engine.de/grundlagen-wie-funktioniert-ein-wasserstoff-fahrzeug/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39191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38428-A20E-38CB-D997-BF99C7B7A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Wasserstoff im Vergleich zu anderen Antriebsarten</a:t>
            </a:r>
            <a:endParaRPr lang="en-US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B77DC9-AA1A-D0B3-A883-99B9B4C5DD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2499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F925-323E-6EB9-DD65-BA05B9F9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de-DE" b="1" dirty="0"/>
              <a:t>Speicher- und Transportmöglichkeiten</a:t>
            </a:r>
            <a:r>
              <a:rPr lang="en-US" b="1" dirty="0"/>
              <a:t>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BF481-038E-0D22-4262-335383192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1232" y="1627242"/>
            <a:ext cx="4243109" cy="3880773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Hoch- und </a:t>
            </a:r>
            <a:r>
              <a:rPr lang="en-US" sz="2800" dirty="0" err="1"/>
              <a:t>Niederdruckspeicherung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LKW-, Pipeline- </a:t>
            </a:r>
            <a:r>
              <a:rPr lang="en-US" sz="2800" dirty="0" err="1"/>
              <a:t>oder</a:t>
            </a:r>
            <a:r>
              <a:rPr lang="en-US" sz="2800" dirty="0"/>
              <a:t> </a:t>
            </a:r>
            <a:r>
              <a:rPr lang="en-US" sz="2800" dirty="0" err="1"/>
              <a:t>Schifftransport</a:t>
            </a:r>
            <a:endParaRPr lang="en-US" sz="2800" dirty="0"/>
          </a:p>
          <a:p>
            <a:pPr>
              <a:lnSpc>
                <a:spcPct val="150000"/>
              </a:lnSpc>
            </a:pPr>
            <a:r>
              <a:rPr lang="de-DE" sz="2800" dirty="0"/>
              <a:t>Woher kommt die Energie</a:t>
            </a:r>
            <a:r>
              <a:rPr lang="en-US" sz="2800" dirty="0"/>
              <a:t>?</a:t>
            </a:r>
          </a:p>
        </p:txBody>
      </p:sp>
      <p:pic>
        <p:nvPicPr>
          <p:cNvPr id="2050" name="Picture 2" descr="grafik-wasserstoff-quellen-c-vcoe">
            <a:extLst>
              <a:ext uri="{FF2B5EF4-FFF2-40B4-BE49-F238E27FC236}">
                <a16:creationId xmlns:a16="http://schemas.microsoft.com/office/drawing/2014/main" id="{79E90EB3-1D19-6EA8-A502-AF73932E6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5" b="-2"/>
          <a:stretch>
            <a:fillRect/>
          </a:stretch>
        </p:blipFill>
        <p:spPr bwMode="auto">
          <a:xfrm>
            <a:off x="401049" y="1627242"/>
            <a:ext cx="5033898" cy="360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687D5B-F9CD-7140-1562-5FFFC90C4C8E}"/>
              </a:ext>
            </a:extLst>
          </p:cNvPr>
          <p:cNvSpPr txBox="1"/>
          <p:nvPr/>
        </p:nvSpPr>
        <p:spPr>
          <a:xfrm>
            <a:off x="-138063" y="5326912"/>
            <a:ext cx="5573010" cy="567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>
              <a:lnSpc>
                <a:spcPct val="115000"/>
              </a:lnSpc>
              <a:spcAft>
                <a:spcPts val="800"/>
              </a:spcAft>
            </a:pPr>
            <a:r>
              <a:rPr lang="de-DE" sz="1400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  <a:hlinkClick r:id="rId3"/>
              </a:rPr>
              <a:t>https://www.businessart.at/wasserstoff-weltweit-fast-nur-aus-fossilen-quellen</a:t>
            </a:r>
            <a:endParaRPr lang="en-US" sz="1400" kern="1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003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53F86-8528-5B48-396A-71DA6B20B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Quellenverzeichnis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E424A-EFA2-4E0D-2CC5-42883CBF1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de-DE" dirty="0"/>
              <a:t>https://</a:t>
            </a:r>
            <a:r>
              <a:rPr lang="de-DE" dirty="0" err="1"/>
              <a:t>www.enbw.com</a:t>
            </a:r>
            <a:r>
              <a:rPr lang="de-DE" dirty="0"/>
              <a:t>/</a:t>
            </a:r>
            <a:r>
              <a:rPr lang="de-DE" dirty="0" err="1"/>
              <a:t>blog</a:t>
            </a:r>
            <a:r>
              <a:rPr lang="de-DE" dirty="0"/>
              <a:t>/</a:t>
            </a:r>
            <a:r>
              <a:rPr lang="de-DE" dirty="0" err="1"/>
              <a:t>elektromobilitaet</a:t>
            </a:r>
            <a:r>
              <a:rPr lang="de-DE" dirty="0"/>
              <a:t>/fahren/</a:t>
            </a:r>
            <a:r>
              <a:rPr lang="de-DE" dirty="0" err="1"/>
              <a:t>wasserstoffautos</a:t>
            </a:r>
            <a:r>
              <a:rPr lang="de-DE" dirty="0"/>
              <a:t>-mit-brennstoffzellenantrieb/</a:t>
            </a:r>
            <a:endParaRPr lang="en-US" dirty="0"/>
          </a:p>
          <a:p>
            <a:pPr lvl="0"/>
            <a:r>
              <a:rPr lang="de-DE" dirty="0"/>
              <a:t>https://finanzen-</a:t>
            </a:r>
            <a:r>
              <a:rPr lang="de-DE" dirty="0" err="1"/>
              <a:t>gesundheit.de</a:t>
            </a:r>
            <a:r>
              <a:rPr lang="de-DE" dirty="0"/>
              <a:t>/die-bedeutung-des-verbrennungsmotors-in-der-automobilindustrie-eine-analyse/?</a:t>
            </a:r>
            <a:r>
              <a:rPr lang="de-DE" dirty="0" err="1"/>
              <a:t>utm_source</a:t>
            </a:r>
            <a:r>
              <a:rPr lang="de-DE" dirty="0"/>
              <a:t>=</a:t>
            </a:r>
            <a:r>
              <a:rPr lang="de-DE" dirty="0" err="1"/>
              <a:t>chatgpt.com</a:t>
            </a:r>
            <a:endParaRPr lang="en-US" dirty="0"/>
          </a:p>
          <a:p>
            <a:pPr lvl="0"/>
            <a:r>
              <a:rPr lang="de-DE" dirty="0"/>
              <a:t>https://</a:t>
            </a:r>
            <a:r>
              <a:rPr lang="de-DE" dirty="0" err="1"/>
              <a:t>www.umweltbundesamt.de</a:t>
            </a:r>
            <a:r>
              <a:rPr lang="de-DE" dirty="0"/>
              <a:t>/</a:t>
            </a:r>
            <a:r>
              <a:rPr lang="de-DE" dirty="0" err="1"/>
              <a:t>themen</a:t>
            </a:r>
            <a:r>
              <a:rPr lang="de-DE" dirty="0"/>
              <a:t>/</a:t>
            </a:r>
            <a:r>
              <a:rPr lang="de-DE" dirty="0" err="1"/>
              <a:t>laerm</a:t>
            </a:r>
            <a:r>
              <a:rPr lang="de-DE" dirty="0"/>
              <a:t>/</a:t>
            </a:r>
            <a:r>
              <a:rPr lang="de-DE" dirty="0" err="1"/>
              <a:t>verkehrslaerm</a:t>
            </a:r>
            <a:r>
              <a:rPr lang="de-DE" dirty="0"/>
              <a:t>/</a:t>
            </a:r>
            <a:r>
              <a:rPr lang="de-DE" dirty="0" err="1"/>
              <a:t>strassenverkehrslaerm#gerauschbelastung-im-strassenverkehr</a:t>
            </a:r>
            <a:endParaRPr lang="en-US" dirty="0"/>
          </a:p>
          <a:p>
            <a:pPr lvl="0"/>
            <a:r>
              <a:rPr lang="de-DE" dirty="0"/>
              <a:t>https://</a:t>
            </a:r>
            <a:r>
              <a:rPr lang="de-DE" dirty="0" err="1"/>
              <a:t>www.umweltbundesamt.de</a:t>
            </a:r>
            <a:r>
              <a:rPr lang="de-DE" dirty="0"/>
              <a:t>/daten/verkehr/emissionen-des-verkehrs#verkehr-belastet-luft-und-klima-minderungsziele-der-bundesregierung</a:t>
            </a:r>
            <a:endParaRPr lang="en-US" dirty="0"/>
          </a:p>
          <a:p>
            <a:pPr lvl="0"/>
            <a:r>
              <a:rPr lang="de-DE" dirty="0"/>
              <a:t>https://</a:t>
            </a:r>
            <a:r>
              <a:rPr lang="de-DE" dirty="0" err="1"/>
              <a:t>vcoe.at</a:t>
            </a:r>
            <a:r>
              <a:rPr lang="de-DE" dirty="0"/>
              <a:t>/</a:t>
            </a:r>
            <a:r>
              <a:rPr lang="de-DE" dirty="0" err="1"/>
              <a:t>themen</a:t>
            </a:r>
            <a:r>
              <a:rPr lang="de-DE" dirty="0"/>
              <a:t>/energiewende-im-verkehr-voranbringen/energie-im-verkehr-zielgerichtet-einsetzen</a:t>
            </a:r>
            <a:endParaRPr lang="en-US" dirty="0"/>
          </a:p>
          <a:p>
            <a:pPr lvl="0"/>
            <a:r>
              <a:rPr lang="de-DE" dirty="0"/>
              <a:t>https://</a:t>
            </a:r>
            <a:r>
              <a:rPr lang="de-DE" dirty="0" err="1"/>
              <a:t>www.enbw.com</a:t>
            </a:r>
            <a:r>
              <a:rPr lang="de-DE" dirty="0"/>
              <a:t>/unternehmen/</a:t>
            </a:r>
            <a:r>
              <a:rPr lang="de-DE" dirty="0" err="1"/>
              <a:t>themen</a:t>
            </a:r>
            <a:r>
              <a:rPr lang="de-DE" dirty="0"/>
              <a:t>/</a:t>
            </a:r>
            <a:r>
              <a:rPr lang="de-DE" dirty="0" err="1"/>
              <a:t>wasserstoff</a:t>
            </a:r>
            <a:r>
              <a:rPr lang="de-DE" dirty="0"/>
              <a:t>/</a:t>
            </a:r>
            <a:r>
              <a:rPr lang="de-DE" dirty="0" err="1"/>
              <a:t>wasserstoffpaste.html</a:t>
            </a:r>
            <a:endParaRPr lang="en-US" dirty="0"/>
          </a:p>
          <a:p>
            <a:pPr lvl="0"/>
            <a:r>
              <a:rPr lang="de-DE" dirty="0"/>
              <a:t>https://</a:t>
            </a:r>
            <a:r>
              <a:rPr lang="de-DE" dirty="0" err="1"/>
              <a:t>www.zeit.de</a:t>
            </a:r>
            <a:r>
              <a:rPr lang="de-DE" dirty="0"/>
              <a:t>/</a:t>
            </a:r>
            <a:r>
              <a:rPr lang="de-DE" dirty="0" err="1"/>
              <a:t>mobilitaet</a:t>
            </a:r>
            <a:r>
              <a:rPr lang="de-DE" dirty="0"/>
              <a:t>/2024-05/recycling-</a:t>
            </a:r>
            <a:r>
              <a:rPr lang="de-DE" dirty="0" err="1"/>
              <a:t>e</a:t>
            </a:r>
            <a:r>
              <a:rPr lang="de-DE" dirty="0"/>
              <a:t>-auto-batterien-lebensdauer-umwelt</a:t>
            </a:r>
            <a:endParaRPr lang="en-US" dirty="0"/>
          </a:p>
          <a:p>
            <a:pPr lvl="0"/>
            <a:r>
              <a:rPr lang="de-DE" dirty="0"/>
              <a:t>https://</a:t>
            </a:r>
            <a:r>
              <a:rPr lang="de-DE" dirty="0" err="1"/>
              <a:t>wasserstoffwirtschaft.sh</a:t>
            </a:r>
            <a:r>
              <a:rPr lang="de-DE" dirty="0"/>
              <a:t>/de/wasserstoff-speicher-und-transport</a:t>
            </a:r>
            <a:endParaRPr lang="en-US" dirty="0"/>
          </a:p>
          <a:p>
            <a:pPr lvl="0"/>
            <a:r>
              <a:rPr lang="de-DE" dirty="0"/>
              <a:t>https://www.tagesschau.de/wirtschaft/energie/wasserstoff-infrastruktur-investitionen-deutschland-100.html</a:t>
            </a:r>
            <a:endParaRPr lang="en-US" dirty="0"/>
          </a:p>
          <a:p>
            <a:pPr lvl="0"/>
            <a:r>
              <a:rPr lang="de-DE" dirty="0"/>
              <a:t>https://kpmg.com/de/de/home/themen/2024/04/gruener-wasserstoff-wird-zum-wichtigen-hebel-nachhaltiger-industrie.html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5951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</TotalTime>
  <Words>221</Words>
  <Application>Microsoft Macintosh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Times New Roman</vt:lpstr>
      <vt:lpstr>Trebuchet MS</vt:lpstr>
      <vt:lpstr>Wingdings 3</vt:lpstr>
      <vt:lpstr>Facet</vt:lpstr>
      <vt:lpstr>Die Wasserstoffantriebe sind die Zukunft der deutschen Automobilindustrie</vt:lpstr>
      <vt:lpstr>Gliederung</vt:lpstr>
      <vt:lpstr>Funktion des Wasserstoffmotors</vt:lpstr>
      <vt:lpstr>Wasserstoff im Vergleich zu anderen Antriebsarten</vt:lpstr>
      <vt:lpstr>Speicher- und Transportmöglichkeiten? </vt:lpstr>
      <vt:lpstr>Quellenverzeichnis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Калоян П. Стефанов</dc:creator>
  <cp:lastModifiedBy>Калоян П. Стефанов</cp:lastModifiedBy>
  <cp:revision>3</cp:revision>
  <dcterms:created xsi:type="dcterms:W3CDTF">2025-10-25T10:04:14Z</dcterms:created>
  <dcterms:modified xsi:type="dcterms:W3CDTF">2025-10-28T06:49:42Z</dcterms:modified>
</cp:coreProperties>
</file>